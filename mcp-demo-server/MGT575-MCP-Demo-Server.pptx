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MGT 575 — MCP Demo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Model Context Protocol server (Node.js, stdio) + Google Gemini / Lyria.</a:t>
            </a:r>
          </a:p>
          <a:p>
            <a:r>
              <a:t>Built in lecture_21_mcp_server/test/mcp-demo-server/. Generated images in this deck were produced with the draw_image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MCP server exposes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ping — local health check (no network)</a:t>
            </a:r>
          </a:p>
          <a:p>
            <a:pPr/>
            <a:r>
              <a:t>ask_gemini — text Q&amp;A via gemini-3.1-flash-lite-preview (GEMINI_TEXT_MODEL)</a:t>
            </a:r>
          </a:p>
          <a:p>
            <a:pPr/>
            <a:r>
              <a:t>eagle_eye — primary-monitor screenshot (Windows) + Gemini vision</a:t>
            </a:r>
          </a:p>
          <a:p>
            <a:pPr/>
            <a:r>
              <a:t>draw_image — image generation via gemini-3.1-flash-image-preview (GEMINI_IMAGE_MODEL)</a:t>
            </a:r>
          </a:p>
          <a:p>
            <a:pPr/>
            <a:r>
              <a:t>make_song — music via Lyria lyria-3-clip-preview ~30s clips (GEMINI_MUSIC_MODEL); optional ffmpeg → MP3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Generated: MBA classroom (fuzzy green creatures)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3" descr="mba-classroom-green-fuzzy-anim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Z-Listo — EDM / K-pop vibe album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3" descr="album-cover-edm-ai-k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Photoreal — desert music festival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3" descr="singer-festival-photo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images: Lyria + Gmail (separate 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make_song — Lyria 3 Clip generates ~30s audio; saved as MP3 in mcp-demo-server/generated-audio/ (e.g. edm-ai-kpop-vibe.mp3)</a:t>
            </a:r>
          </a:p>
          <a:p>
            <a:pPr/>
            <a:r>
              <a:t>Other MCP servers in class setup: Gmail (send/read mail), PowerPoint (this deck)</a:t>
            </a:r>
          </a:p>
          <a:p>
            <a:pPr/>
            <a:r>
              <a:t>Requires GEMINI_API_KEY; optional ffmpeg on PATH for WAV→MP3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